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 mi)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</c:v>
                </c:pt>
                <c:pt idx="1">
                  <c:v>4.8</c:v>
                </c:pt>
                <c:pt idx="2">
                  <c:v>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comentar o numero do Oeste com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Revisao trimestral de produto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Time de Plataforma · Q3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Retencao</a:t>
            </a:r>
            <a:endParaRPr lang="en-US" sz="2800" dirty="0"/>
          </a:p>
        </p:txBody>
      </p:sp>
      <p:pic>
        <p:nvPicPr>
          <p:cNvPr id="3" name="Image 0" descr="sample/graf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97280"/>
            <a:ext cx="82296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Plano de migracao</a:t>
            </a:r>
            <a:endParaRPr lang="en-US" sz="2800" dirty="0"/>
          </a:p>
        </p:txBody>
      </p:sp>
      <p:pic>
        <p:nvPicPr>
          <p:cNvPr id="3" name="Image 0" descr="sample/dia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8872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Receita (grafico nativo)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1371600" y="1188720"/>
          <a:ext cx="8229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2026-10-27T18:12:30Z</dcterms:created>
  <dcterms:modified xsi:type="dcterms:W3CDTF">2026-10-27T18:12:30Z</dcterms:modified>
</cp:coreProperties>
</file>